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Atlas Logistics — Board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Second quarter, FY2026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On-time delivery reached 96.4%, up from 93.8% a year ago.</a:t>
            </a:r>
          </a:p>
          <a:p>
            <a:r>
              <a:t>The Rotterdam cross-dock opened in May and now handles 1,150 pallets a day.</a:t>
            </a:r>
          </a:p>
          <a:p>
            <a:r>
              <a:t>Customer churn fell to 3.1% of annual recurring revenue.</a:t>
            </a:r>
          </a:p>
          <a:p>
            <a:r>
              <a:t>Safety remains our first priority.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Fleet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Utilisation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Benelux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Nordics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Iberia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Principal risks</a:t>
            </a:r>
          </a:p>
        </p:txBody>
      </p:sp>
      <p:sp>
        <p:nvSpPr>
          <p:cNvPr id="3" name="Risk statement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Fuel price volatility remains the top risk; hedging covers 60% of second-half diesel volume.</a:t>
            </a:r>
          </a:p>
        </p:txBody>
      </p:sp>
      <p:sp>
        <p:nvSpPr>
          <p:cNvPr id="4" name="Second risk"/>
          <p:cNvSpPr txBox="1"/>
          <p:nvPr/>
        </p:nvSpPr>
        <p:spPr>
          <a:xfrm>
            <a:off x="914400" y="31089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Driver attrition in the Nordics is 19%, against a group average of 11%.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Hiring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45 drivers in the third quarter, mostly in Benelux and DACH.</a:t>
            </a:r>
          </a:p>
          <a:p>
            <a:r>
              <a:t>Hire a head of data protection before the October audit.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 expenditure</a:t>
            </a:r>
          </a:p>
        </p:txBody>
      </p:sp>
      <p:sp>
        <p:nvSpPr>
          <p:cNvPr id="3" name="Capex budget"/>
          <p:cNvSpPr txBox="1"/>
          <p:nvPr/>
        </p:nvSpPr>
        <p:spPr>
          <a:xfrm>
            <a:off x="731520" y="164592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Capex budget for FY2026: €12.5 million.</a:t>
            </a:r>
          </a:p>
        </p:txBody>
      </p:sp>
      <p:sp>
        <p:nvSpPr>
          <p:cNvPr id="4" name="Capex spent"/>
          <p:cNvSpPr txBox="1"/>
          <p:nvPr/>
        </p:nvSpPr>
        <p:spPr>
          <a:xfrm>
            <a:off x="4754880" y="164592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Spent to date: €5.2 million, mainly electric yard tractors.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</a:t>
            </a:r>
          </a:p>
        </p:txBody>
      </p:sp>
      <p:sp>
        <p:nvSpPr>
          <p:cNvPr id="3" name="Safety statement"/>
          <p:cNvSpPr txBox="1"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Safety remains our first priority.</a:t>
            </a:r>
          </a:p>
          <a:p>
            <a:r>
              <a:t>Lost-time injuries fell to 0.8 per million hours worked.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Approve the second leasing partner at the September board.</a:t>
            </a:r>
          </a:p>
          <a:p>
            <a:r>
              <a:rPr sz="2400"/>
              <a:t>Report hedging results at the year-end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