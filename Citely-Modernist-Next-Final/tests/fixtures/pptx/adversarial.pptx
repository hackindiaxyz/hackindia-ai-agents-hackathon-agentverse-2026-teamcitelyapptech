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Left box slide 0: Shared evidence sentence.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457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Right box slide 0: Shared evidence sentence.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Shared evidence sentence.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s0r0c1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s0r0c2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s0r1c0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s0r1c1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s0r1c2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s0r2c0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s0r2c1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Shared evidence sentence.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Left box slide 1: Shared evidence sentence.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457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Right box slide 1: Shared evidence sentence.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Shared evidence sentence.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s1r0c1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s1r0c2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s1r1c0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s1r1c1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s1r1c2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s1r2c0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s1r2c1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Shared evidence sentence.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Left box slide 2: Shared evidence sentence.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457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Right box slide 2: Shared evidence sentence.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Shared evidence sentence.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s2r0c1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s2r0c2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s2r1c0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s2r1c1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s2r1c2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s2r2c0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s2r2c1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Shared evidence sentence.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