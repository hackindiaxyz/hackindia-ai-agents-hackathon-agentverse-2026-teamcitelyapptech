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Citely Eval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CITATION_TARGET_S1: subtitle evidence 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CITATION_TARGET_S2: textbox passage Unicode: café — naïve — 日本語 — Ω≈ç —  NBSP — ﬁ ligature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92608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t00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t02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CITATION_TARGET_S2T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_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572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grouped-ish 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