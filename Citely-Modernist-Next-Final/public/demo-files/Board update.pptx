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6347"/>
                </a:solidFill>
                <a:latin typeface="Arial"/>
              </a:rPr>
              <a:t>ACME / BOARD UPDATE / FICTIONAL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955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5F3E9"/>
                </a:solidFill>
                <a:latin typeface="Arial"/>
              </a:rPr>
              <a:t>Evidence into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79552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5F3E9"/>
                </a:solidFill>
                <a:latin typeface="Arial"/>
              </a:rPr>
              <a:t>The board recommends staged investment while monitoring infrastructure costs.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6347"/>
                </a:solidFill>
                <a:latin typeface="Arial"/>
              </a:rPr>
              <a:t>ACME / BOARD UPDATE / FICTIONAL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955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5F3E9"/>
                </a:solidFill>
                <a:latin typeface="Arial"/>
              </a:rPr>
              <a:t>Three priorities for the next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79552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5F3E9"/>
                </a:solidFill>
                <a:latin typeface="Arial"/>
              </a:rPr>
              <a:t>Prioritize customer retention, platform reliability, and carefully sequenced product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